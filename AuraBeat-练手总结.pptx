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ermes工作区\hermes第二个项目\assets\screenshots\aurora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3108960"/>
            <a:ext cx="12188952" cy="3749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109728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Shape 1"/>
          <p:cNvSpPr/>
          <p:nvPr/>
        </p:nvSpPr>
        <p:spPr>
          <a:xfrm>
            <a:off x="10972800" y="914400"/>
            <a:ext cx="91440" cy="91440"/>
          </a:xfrm>
          <a:prstGeom prst="ellipse">
            <a:avLst/>
          </a:prstGeom>
          <a:solidFill>
            <a:srgbClr val="5CD0FF"/>
          </a:solidFill>
          <a:ln/>
        </p:spPr>
      </p:sp>
      <p:sp>
        <p:nvSpPr>
          <p:cNvPr id="5" name="Shape 2"/>
          <p:cNvSpPr/>
          <p:nvPr/>
        </p:nvSpPr>
        <p:spPr>
          <a:xfrm>
            <a:off x="10241280" y="1920240"/>
            <a:ext cx="64008" cy="64008"/>
          </a:xfrm>
          <a:prstGeom prst="ellipse">
            <a:avLst/>
          </a:prstGeom>
          <a:solidFill>
            <a:srgbClr val="FF5C9D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5120640"/>
            <a:ext cx="82296" cy="82296"/>
          </a:xfrm>
          <a:prstGeom prst="ellipse">
            <a:avLst/>
          </a:prstGeom>
          <a:solidFill>
            <a:srgbClr val="FF5C9D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0" y="4754880"/>
            <a:ext cx="109728" cy="10972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8" name="Shape 5"/>
          <p:cNvSpPr/>
          <p:nvPr/>
        </p:nvSpPr>
        <p:spPr>
          <a:xfrm>
            <a:off x="1737360" y="3931920"/>
            <a:ext cx="54864" cy="54864"/>
          </a:xfrm>
          <a:prstGeom prst="ellipse">
            <a:avLst/>
          </a:prstGeom>
          <a:solidFill>
            <a:srgbClr val="5CD0F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63500" dir="5400000">
              <a:srgbClr val="7C5CFF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pPr indent="0" marL="0">
              <a:buNone/>
            </a:pPr>
            <a:r>
              <a:rPr lang="en-US" sz="8800" b="1" dirty="0">
                <a:solidFill>
                  <a:srgbClr val="FF5C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</a:t>
            </a:r>
            <a:endParaRPr lang="en-US" sz="8800" dirty="0"/>
          </a:p>
        </p:txBody>
      </p:sp>
      <p:sp>
        <p:nvSpPr>
          <p:cNvPr id="10" name="Text 7"/>
          <p:cNvSpPr/>
          <p:nvPr/>
        </p:nvSpPr>
        <p:spPr>
          <a:xfrm>
            <a:off x="530352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音乐可视化器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30352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把音乐变成一片流动的光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 · 练手项目 #2 · Three.js + Web Audio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练手项目的第二站，换一条没走过的路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换赛道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《霓虹冲刺》之后，从游戏逻辑转向音频处理与数据可视化，练习新领域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目标明确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做一个「打开就能炫」的产品：零操作、快反馈、视觉冲击力优先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5496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9640" y="3246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从需求拷问到部署上线再到总结 PPT，完整走一遍产品小闭环</a:t>
            </a:r>
            <a:endParaRPr lang="en-US" sz="1250" dirty="0"/>
          </a:p>
        </p:txBody>
      </p:sp>
      <p:pic>
        <p:nvPicPr>
          <p:cNvPr id="17" name="Image 0" descr="D:\Hermes工作区\hermes第二个项目\assets\screenshots\lau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4846320"/>
            <a:ext cx="2743200" cy="154533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722876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打开页面，三种方式开始：选歌 / 开麦 / 一键演示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3272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04800" dist="63500" dir="5400000">
              <a:srgbClr val="7C5CFF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输入音乐，输出一片会呼吸的光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同一首曲子，三种气质</a:t>
            </a:r>
            <a:endParaRPr lang="en-US" sz="1500" dirty="0"/>
          </a:p>
        </p:txBody>
      </p:sp>
      <p:pic>
        <p:nvPicPr>
          <p:cNvPr id="4" name="Image 0" descr="D:\Hermes工作区\hermes第二个项目\assets\screenshots\aur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23160"/>
            <a:ext cx="3429000" cy="1929384"/>
          </a:xfrm>
          <a:prstGeom prst="rect">
            <a:avLst/>
          </a:prstGeom>
          <a:effectLst>
            <a:outerShdw sx="100000" sy="100000" kx="0" ky="0" algn="bl" rotWithShape="0" blurRad="304800" dist="63500" dir="5400000">
              <a:srgbClr val="7C5CFF">
                <a:alpha val="5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85800" y="44439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霓虹紫 · Aurora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48097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默认主题</a:t>
            </a:r>
            <a:endParaRPr lang="en-US" sz="1100" dirty="0"/>
          </a:p>
        </p:txBody>
      </p:sp>
      <p:pic>
        <p:nvPicPr>
          <p:cNvPr id="7" name="Image 1" descr="D:\Hermes工作区\hermes第二个项目\assets\screenshots\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23160"/>
            <a:ext cx="3429000" cy="1929384"/>
          </a:xfrm>
          <a:prstGeom prst="rect">
            <a:avLst/>
          </a:prstGeom>
          <a:effectLst>
            <a:outerShdw sx="100000" sy="100000" kx="0" ky="0" algn="bl" rotWithShape="0" blurRad="304800" dist="63500" dir="5400000">
              <a:srgbClr val="7C5CFF">
                <a:alpha val="50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4480560" y="44439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火焰橙 · Flame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480560" y="48097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高能节拍</a:t>
            </a:r>
            <a:endParaRPr lang="en-US" sz="1100" dirty="0"/>
          </a:p>
        </p:txBody>
      </p:sp>
      <p:pic>
        <p:nvPicPr>
          <p:cNvPr id="10" name="Image 2" descr="D:\Hermes工作区\hermes第二个项目\assets\screenshots\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423160"/>
            <a:ext cx="3429000" cy="1929384"/>
          </a:xfrm>
          <a:prstGeom prst="rect">
            <a:avLst/>
          </a:prstGeom>
          <a:effectLst>
            <a:outerShdw sx="100000" sy="100000" kx="0" ky="0" algn="bl" rotWithShape="0" blurRad="304800" dist="63500" dir="5400000">
              <a:srgbClr val="7C5CFF">
                <a:alpha val="50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8275320" y="44439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冰蓝 · Ice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275320" y="48097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空灵氛围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配色一键切换，粒子颜色实时重绘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功能总览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六项核心能力，覆盖「听」与「看」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55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本地音乐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" y="2514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点击选择或直接拖拽音频文件进页面，即拖即播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755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🎤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406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麦克风输入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5152" y="2514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对着麦克风唱两句，画面实时跟随你的声音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5544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1755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内置演示曲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31352" y="2514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程序合成的 32 秒电子乐，零文件零版权，打开即炸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041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三套主题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8952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霓虹紫 / 火焰橙 / 冰蓝，一键切换整套配色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4041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🎚️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406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灵敏度·光晕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45152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调节画面「激动程度」与粒子发光强度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5320" y="38404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1352" y="4041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3268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 + 截图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31352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沉浸式全屏观看，一键保存当前画面为 PNG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三层解耦：音源 / 分析 / 可视化互不关心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151030"/>
          </a:solidFill>
          <a:ln w="15240">
            <a:solidFill>
              <a:srgbClr val="FF5C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C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音源层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本地文件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麦克风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内置演示曲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13048" y="2752344"/>
            <a:ext cx="777240" cy="256032"/>
          </a:xfrm>
          <a:prstGeom prst="rightArrow">
            <a:avLst/>
          </a:prstGeom>
          <a:solidFill>
            <a:srgbClr val="9A92C4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69164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151030"/>
          </a:solidFill>
          <a:ln w="1524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25603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频谱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分频能量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节拍检测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9288" y="2752344"/>
            <a:ext cx="777240" cy="256032"/>
          </a:xfrm>
          <a:prstGeom prst="rightArrow">
            <a:avLst/>
          </a:prstGeom>
          <a:solidFill>
            <a:srgbClr val="9A92C4"/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169164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151030"/>
          </a:solidFill>
          <a:ln w="15240">
            <a:solidFill>
              <a:srgbClr val="5CD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D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81160" y="25603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粒子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节拍冲击波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相机运镜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572000"/>
            <a:ext cx="11201400" cy="1188720"/>
          </a:xfrm>
          <a:prstGeom prst="roundRect">
            <a:avLst>
              <a:gd name="adj" fmla="val 9231"/>
            </a:avLst>
          </a:prstGeom>
          <a:solidFill>
            <a:srgbClr val="1A124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72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控制层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播放控制 · 进度条 · 灵敏度/光晕滑块 · 主题切换 · 全屏 · 截图 · 性能自适应（低帧率自动降粒子数）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989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03120" y="59893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5989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03320" y="59893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5989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Audio 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0" y="59893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5989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03720" y="59893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5989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Pages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· 音频引擎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AudioAnalyzer：三种音源汇成一套数据流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频谱分析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AnalyserNode 做 256 点 FFT，得到 128 段频谱。整套 API 只输出「频谱 + 能量 + 节拍」三个量，可视化层完全不知道音乐从哪来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🎛️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分频能量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 / 中频 / 高频分开归一化，分别驱动不同视觉元素：低频推粒子半径、中频转旋转速度、高频点亮光带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🥁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496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节拍检测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低频能量突增 + 自适应阈值（取近 1 秒均值 × 1.35）+ 120ms 冷却，演示曲的 Kick 一拍一个准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512064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D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演示曲也是代码：用 Web Audio 现场合成 16 小节电子乐（Kick / Snare / HiHat / 和弦 Pad），节拍精确到毫秒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· 粒子舞台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 颗粒子，被音乐推着呼吸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A124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💫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00200" y="17922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粒子脉冲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每颗粒子记录初始方向与半径，低频能量把半径向外推，整个星云随鼓点膨胀收缩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A124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00200" y="32095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节拍冲击波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检测到节拍时从中心扩散一圈光环，始终朝向相机，1 秒内淡出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A124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600200" y="4626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性能自适应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5029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持续监控帧率，低于 36fps 自动把粒子数减半（drawRange 动态裁剪，无需重建几何体）</a:t>
            </a:r>
            <a:endParaRPr lang="en-US" sz="1050" dirty="0"/>
          </a:p>
        </p:txBody>
      </p:sp>
      <p:pic>
        <p:nvPicPr>
          <p:cNvPr id="17" name="Image 0" descr="D:\Hermes工作区\hermes第二个项目\assets\screenshots\aur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669280" cy="3191256"/>
          </a:xfrm>
          <a:prstGeom prst="rect">
            <a:avLst/>
          </a:prstGeom>
          <a:effectLst>
            <a:outerShdw sx="100000" sy="100000" kx="0" ky="0" algn="bl" rotWithShape="0" blurRad="304800" dist="63500" dir="5400000">
              <a:srgbClr val="FF5C9D">
                <a:alpha val="50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6035040" y="49286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粒子颜色随半径衰减形成星云层次 · 叠加混合让光点互相点亮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视觉展示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截图均为真实运行画面（1600×900）</a:t>
            </a:r>
            <a:endParaRPr lang="en-US" sz="1300" dirty="0"/>
          </a:p>
        </p:txBody>
      </p:sp>
      <p:pic>
        <p:nvPicPr>
          <p:cNvPr id="5" name="Image 0" descr="D:\Hermes工作区\hermes第二个项目\assets\screenshots\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394960" cy="3035808"/>
          </a:xfrm>
          <a:prstGeom prst="rect">
            <a:avLst/>
          </a:prstGeom>
          <a:effectLst>
            <a:outerShdw sx="100000" sy="100000" kx="0" ky="0" algn="bl" rotWithShape="0" blurRad="304800" dist="63500" dir="5400000">
              <a:srgbClr val="7C5CFF">
                <a:alpha val="5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02920" y="47274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火焰橙 · 高能节拍下的粒子爆发</a:t>
            </a:r>
            <a:endParaRPr lang="en-US" sz="1150" dirty="0"/>
          </a:p>
        </p:txBody>
      </p:sp>
      <p:pic>
        <p:nvPicPr>
          <p:cNvPr id="7" name="Image 1" descr="D:\Hermes工作区\hermes第二个项目\assets\screenshots\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035808"/>
          </a:xfrm>
          <a:prstGeom prst="rect">
            <a:avLst/>
          </a:prstGeom>
          <a:effectLst>
            <a:outerShdw sx="100000" sy="100000" kx="0" ky="0" algn="bl" rotWithShape="0" blurRad="304800" dist="63500" dir="5400000">
              <a:srgbClr val="7C5CFF">
                <a:alpha val="50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309360" y="47274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冰蓝 · 光带与星空的冷色调</a:t>
            </a:r>
            <a:endParaRPr lang="en-US" sz="1150" dirty="0"/>
          </a:p>
        </p:txBody>
      </p:sp>
      <p:pic>
        <p:nvPicPr>
          <p:cNvPr id="9" name="Image 2" descr="D:\Hermes工作区\hermes第二个项目\assets\screenshots\lau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4709160"/>
            <a:ext cx="3657600" cy="2057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68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启动页：三个按钮就是全部入口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583680" y="5806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零学习成本——选歌、开麦、或直接一键演示。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数字说话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一个小产品的关键数字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057400" cy="3108960"/>
          </a:xfrm>
          <a:prstGeom prst="roundRect">
            <a:avLst>
              <a:gd name="adj" fmla="val 5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48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</a:t>
            </a:r>
            <a:pPr algn="ctr" indent="0" marL="0">
              <a:buNone/>
            </a:pP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691640"/>
            <a:ext cx="2057400" cy="3108960"/>
          </a:xfrm>
          <a:prstGeom prst="roundRect">
            <a:avLst>
              <a:gd name="adj" fmla="val 5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148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5C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800" b="1" dirty="0">
                <a:solidFill>
                  <a:srgbClr val="FF5C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97180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音源输入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1691640"/>
            <a:ext cx="2057400" cy="3108960"/>
          </a:xfrm>
          <a:prstGeom prst="roundRect">
            <a:avLst>
              <a:gd name="adj" fmla="val 5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148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800" b="1" dirty="0">
                <a:solidFill>
                  <a:srgbClr val="5CD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25780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配色主题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1691640"/>
            <a:ext cx="2057400" cy="3108960"/>
          </a:xfrm>
          <a:prstGeom prst="roundRect">
            <a:avLst>
              <a:gd name="adj" fmla="val 5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148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pPr algn="ctr"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54380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打包体积 (gzip)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46920" y="1691640"/>
            <a:ext cx="2057400" cy="3108960"/>
          </a:xfrm>
          <a:prstGeom prst="roundRect">
            <a:avLst>
              <a:gd name="adj" fmla="val 5333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148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5C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800" b="1" dirty="0">
                <a:solidFill>
                  <a:srgbClr val="FF5C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829800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自动部署上线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512064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到上线：约 900 行代码，1 个下午的完整小闭环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过程回顾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七步走完一个小产品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93976"/>
            <a:ext cx="10917936" cy="0"/>
          </a:xfrm>
          <a:prstGeom prst="line">
            <a:avLst/>
          </a:prstGeom>
          <a:noFill/>
          <a:ln w="25400">
            <a:solidFill>
              <a:srgbClr val="2A21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256032" cy="25603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468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需求拷问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grilling 技能逐项确认：风格 / 音源 / 控制 / 部署 / 名字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0008" y="1965960"/>
            <a:ext cx="256032" cy="25603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2075688" y="2468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75688" y="28346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搭骨架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84248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+ Three.js 工程，目录分层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22776" y="1965960"/>
            <a:ext cx="256032" cy="25603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48456" y="2468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48456" y="28346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音频引擎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57016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Analyzer 统一三种音源 + 节拍检测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95544" y="1965960"/>
            <a:ext cx="256032" cy="25603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21224" y="2468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1224" y="28346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粒子舞台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9784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 粒子球壳 + 冲击波 + 光带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68312" y="1965960"/>
            <a:ext cx="256032" cy="25603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2468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28346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交互界面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02552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控制栏 / 主题 / 全屏 / 截图 / 性能自适应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41080" y="1965960"/>
            <a:ext cx="256032" cy="25603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2468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28346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部署上线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75320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自动构建发布到 Pages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213848" y="1965960"/>
            <a:ext cx="256032" cy="256032"/>
          </a:xfrm>
          <a:prstGeom prst="ellipse">
            <a:avLst/>
          </a:prstGeom>
          <a:solidFill>
            <a:srgbClr val="FF5C9D"/>
          </a:solidFill>
          <a:ln/>
        </p:spPr>
      </p:sp>
      <p:sp>
        <p:nvSpPr>
          <p:cNvPr id="31" name="Text 29"/>
          <p:cNvSpPr/>
          <p:nvPr/>
        </p:nvSpPr>
        <p:spPr>
          <a:xfrm>
            <a:off x="9939528" y="2468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39528" y="28346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PPT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48088" y="3246120"/>
            <a:ext cx="175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就是你正在看的这一份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55778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顺序很重要：先定「做什么」再动手，中途零返工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踩过的坑（每个都让下次更快）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真实记录，自己看的就不粉饰了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中文路径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目录「hermes第二个项目」导致 npm create vite 拿目录名当包名报错、编辑器 lint 误报。解法：手动写 package.json，包名用 ASCII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网络不稳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握手超时、push 卡住。解法：重试 + 后台脚本自动重试，别傻等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📸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496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headless 截图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无头截图用相对路径直接失败，必须绝对路径；验证渲染靠截图体积判断（纯色几 KB，粒子画面 200KB+）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D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教训：环境问题先看路径和网络，别急着怀疑代码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架构上已预留扩展位，随时可以继续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🎬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场景切换框架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当前已按「一主场景 + 注册表」设计，后续加频谱隧道、波形星球等新场景只需注册一个新类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D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框架已预留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⏺️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画面录制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MediaRecorder 录制可视化视频，方便直接发到社交平台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待实现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51030"/>
          </a:solidFill>
          <a:ln w="12700">
            <a:solidFill>
              <a:srgbClr val="2A21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496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触控交互 + 竖屏布局，手机上也能炫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4964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待实现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52578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练手项目的意义：每个「未完成」都是下一个项目的起点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613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AuraBeat 练手总结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ermes工作区\hermes第二个项目\assets\screenshots\aurora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3291840"/>
            <a:ext cx="12188952" cy="3566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303520"/>
            <a:ext cx="109728" cy="109728"/>
          </a:xfrm>
          <a:prstGeom prst="ellipse">
            <a:avLst/>
          </a:prstGeom>
          <a:solidFill>
            <a:srgbClr val="FF5C9D"/>
          </a:solidFill>
          <a:ln/>
        </p:spPr>
      </p:sp>
      <p:sp>
        <p:nvSpPr>
          <p:cNvPr id="4" name="Shape 1"/>
          <p:cNvSpPr/>
          <p:nvPr/>
        </p:nvSpPr>
        <p:spPr>
          <a:xfrm>
            <a:off x="11155680" y="4480560"/>
            <a:ext cx="91440" cy="91440"/>
          </a:xfrm>
          <a:prstGeom prst="ellipse">
            <a:avLst/>
          </a:prstGeom>
          <a:solidFill>
            <a:srgbClr val="5CD0FF"/>
          </a:solidFill>
          <a:ln/>
        </p:spPr>
      </p:sp>
      <p:sp>
        <p:nvSpPr>
          <p:cNvPr id="5" name="Shape 2"/>
          <p:cNvSpPr/>
          <p:nvPr/>
        </p:nvSpPr>
        <p:spPr>
          <a:xfrm>
            <a:off x="10607040" y="6035040"/>
            <a:ext cx="73152" cy="7315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E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第一个从零到上线的完整产品 🎉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在线体验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1033272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63500" dir="5400000">
              <a:srgbClr val="5CD0FF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zhengj716-cell.github.io/aurabeat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下一个项目见 · 2026.08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AuraBeat 音乐可视化器 · 练手总结</dc:title>
  <dc:subject>PptxGenJS Presentation</dc:subject>
  <dc:creator>AuraBeat</dc:creator>
  <cp:lastModifiedBy>AuraBeat</cp:lastModifiedBy>
  <cp:revision>1</cp:revision>
  <dcterms:created xsi:type="dcterms:W3CDTF">2026-08-01T16:53:43Z</dcterms:created>
  <dcterms:modified xsi:type="dcterms:W3CDTF">2026-08-01T16:53:43Z</dcterms:modified>
</cp:coreProperties>
</file>